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PROOFOLIO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검증 가능한</a:t>
            </a:r>
          </a:p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디지털 증명서.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PDF가 아니라 발급기관의 온체인 서명을 믿는다.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이름 · 학번 · 2026.06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59669"/>
                </a:solidFill>
                <a:latin typeface="Pretendard"/>
              </a:rPr>
              <a:t>https://proofolio.pages.dev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가짜 이력서,</a:t>
            </a:r>
          </a:p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위조 수료증.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02336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채용 담당자는 제출된 PDF를 그대로 믿거나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발급기관에 일일이 전화해서 확인해야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B1220"/>
                </a:solidFill>
                <a:latin typeface="Pretendard"/>
              </a:rPr>
              <a:t>매년 반복되는, 돈이 걸린 진짜 문제.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02 · SOLUTION · WHY BLOCKCHAIN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PDF가 아니라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발급기관의 온체인 서명을 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6B7280"/>
                </a:solidFill>
                <a:latin typeface="Pretendard"/>
              </a:rPr>
              <a:t>기존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운영자가 기록을 몰래 수정 가능 →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검증이 결국 '운영자 신뢰 게임'으로 회귀.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59669"/>
                </a:solidFill>
                <a:latin typeface="Pretendard"/>
              </a:rPr>
              <a:t>블록체인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5720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운영자도 못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0292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Etherscan에서 누구나 독립 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4864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파일 한 글자만 바뀌어도 해시 불일치.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B1220"/>
                </a:solidFill>
                <a:latin typeface="Pretendard"/>
              </a:rPr>
              <a:t>발급 영상 → 라이브 검증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2011680"/>
            <a:ext cx="8229600" cy="41148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▶  발급 흐름 영상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이 자리에 .mov 파일을 드래그 (자동재생, 음소거, 15~20초)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영상 자동재생 후 → 브라우저로 전환해 라이브 검증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04 · 그 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B1220"/>
                </a:solidFill>
                <a:latin typeface="Pretendard"/>
              </a:rPr>
              <a:t>관리자 · 발급기관 · 보유자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검증 외에도 다음 화면들이 같은 디자인 시스템으로 구현되어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6587" y="2743200"/>
            <a:ext cx="3520440" cy="27432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관리자 · /admin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스샷을 이 자리에 드래그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587" y="56235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Pretendard"/>
              </a:rPr>
              <a:t>발급기관 등록 · 활성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5627" y="2743200"/>
            <a:ext cx="3520440" cy="27432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발급 · /issue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스샷을 이 자리에 드래그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5627" y="56235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Pretendard"/>
              </a:rPr>
              <a:t>보유자에게 증명서 발급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4667" y="2743200"/>
            <a:ext cx="3520440" cy="27432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보유자 · /credentials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스샷을 이 자리에 드래그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4667" y="56235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Pretendard"/>
              </a:rPr>
              <a:t>받은 증명서 보기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05 · ARCHITECTURE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단순한 데모가 아닙니다.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>발급기관    →    블록체인에 영구 기록    →    보유자 지갑</a:t>
            </a:r>
          </a:p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/>
            </a:r>
          </a:p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>                              ↑</a:t>
            </a:r>
          </a:p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>             검증자가 지갑 없이도 누구나 진위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89204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증명서는 양도가 불가능한 형태로 발급 — 사고팔 수 없음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자동 테스트 17개로 정상 · 비정상 · 공격 시나리오까지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코드를 Etherscan에 공개 — 저희를 안 믿어도 코드는 검증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한 가지 한계 — '기관이 발급했다'는 보장하지만 '기관이 좋은가'는 별도 검토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06 · VIBE CODING · 노하우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AI로 어떻게 만들었나.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01  문서 먼저, 코드 나중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PRD / SRS 1000줄을 AI와 같이 작성. AGENTS.md 로 규칙 박제.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02  Phase로 잘게 (10단계)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단계마다 검증·커밋·1줄 회고. 커밋 히스토리가 곧 워크플로 증거.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03  AI 코드 ≠ 신뢰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Hardhat 테스트 통과해야 신뢰. 실제로 AI deploy 스크립트 버그 잡아냄.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04  토큰 분업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기획·디자인·보안 리뷰 = Opus / 반복 구현 = Codex.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7280"/>
                </a:solidFill>
                <a:latin typeface="Pretendard"/>
              </a:rPr>
              <a:t>AI는 빠른 손, 사람은 기준과 검증.  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