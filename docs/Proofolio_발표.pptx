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0"/>
  </p:normalViewPr>
  <p:slideViewPr>
    <p:cSldViewPr snapToGrid="0" snapToObjects="1">
      <p:cViewPr varScale="1">
        <p:scale>
          <a:sx n="88" d="100"/>
          <a:sy n="88" d="100"/>
        </p:scale>
        <p:origin x="17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PROOFOLIO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0B1220"/>
                </a:solidFill>
                <a:latin typeface="Pretendard"/>
              </a:rPr>
              <a:t>검증 가능한</a:t>
            </a:r>
          </a:p>
          <a:p>
            <a:pPr algn="l">
              <a:lnSpc>
                <a:spcPct val="105000"/>
              </a:lnSpc>
            </a:pPr>
            <a:r>
              <a:rPr sz="6400" b="1">
                <a:solidFill>
                  <a:srgbClr val="0B1220"/>
                </a:solidFill>
                <a:latin typeface="Pretendard"/>
              </a:rPr>
              <a:t>디지털 증명서.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F4757"/>
                </a:solidFill>
                <a:latin typeface="Pretendard"/>
              </a:rPr>
              <a:t>PDF가 아니라 발급기관의 온체인 서명을 믿는다.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058400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500" dirty="0">
                <a:solidFill>
                  <a:srgbClr val="6B7280"/>
                </a:solidFill>
                <a:latin typeface="Pretendard"/>
              </a:rPr>
              <a:t>김근호</a:t>
            </a:r>
            <a:r>
              <a:rPr sz="1500" b="0" dirty="0">
                <a:solidFill>
                  <a:srgbClr val="6B7280"/>
                </a:solidFill>
                <a:latin typeface="Pretendard"/>
              </a:rPr>
              <a:t> · </a:t>
            </a:r>
            <a:r>
              <a:rPr lang="en-US" altLang="ko-KR" sz="1500" dirty="0">
                <a:solidFill>
                  <a:srgbClr val="6B7280"/>
                </a:solidFill>
                <a:latin typeface="Pretendard"/>
              </a:rPr>
              <a:t>20210915</a:t>
            </a:r>
            <a:r>
              <a:rPr sz="1500" b="0" dirty="0">
                <a:solidFill>
                  <a:srgbClr val="6B7280"/>
                </a:solidFill>
                <a:latin typeface="Pretendard"/>
              </a:rPr>
              <a:t> · 2026.06</a:t>
            </a:r>
            <a:r>
              <a:rPr lang="en-US" altLang="ko-KR" sz="1500" b="0" dirty="0">
                <a:solidFill>
                  <a:srgbClr val="6B7280"/>
                </a:solidFill>
                <a:latin typeface="Pretendard"/>
              </a:rPr>
              <a:t>.02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59669"/>
                </a:solidFill>
                <a:latin typeface="Pretendard"/>
              </a:rPr>
              <a:t>https://</a:t>
            </a:r>
            <a:r>
              <a:rPr sz="1200" b="0" dirty="0" err="1">
                <a:solidFill>
                  <a:srgbClr val="059669"/>
                </a:solidFill>
                <a:latin typeface="Pretendard"/>
              </a:rPr>
              <a:t>proofolio.pages.dev</a:t>
            </a:r>
            <a:endParaRPr sz="1200" b="0" dirty="0">
              <a:solidFill>
                <a:srgbClr val="059669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1">
                <a:solidFill>
                  <a:srgbClr val="0B1220"/>
                </a:solidFill>
                <a:latin typeface="Pretendard"/>
              </a:rPr>
              <a:t>가짜 이력서,</a:t>
            </a:r>
          </a:p>
          <a:p>
            <a:pPr algn="l">
              <a:lnSpc>
                <a:spcPct val="110000"/>
              </a:lnSpc>
            </a:pPr>
            <a:r>
              <a:rPr sz="5200" b="1">
                <a:solidFill>
                  <a:srgbClr val="0B1220"/>
                </a:solidFill>
                <a:latin typeface="Pretendard"/>
              </a:rPr>
              <a:t>위조 수료증.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0698480" cy="8000"/>
          </a:xfrm>
          <a:prstGeom prst="rect">
            <a:avLst/>
          </a:prstGeom>
          <a:solidFill>
            <a:srgbClr val="E6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F4757"/>
                </a:solidFill>
                <a:latin typeface="Pretendard"/>
              </a:rPr>
              <a:t>· 채용 담당자는 제출된 PDF를 그대로 믿거나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F4757"/>
                </a:solidFill>
                <a:latin typeface="Pretendard"/>
              </a:rPr>
              <a:t>· 발급기관에 일일이 전화해서 확인해야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B1220"/>
                </a:solidFill>
                <a:latin typeface="Pretendard"/>
              </a:rPr>
              <a:t>매년 반복되는, 돈이 걸린 진짜 문제.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02 · SOLUTION · WHY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B1220"/>
                </a:solidFill>
                <a:latin typeface="Pretendard"/>
              </a:rPr>
              <a:t>PDF가 아니라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B1220"/>
                </a:solidFill>
                <a:latin typeface="Pretendard"/>
              </a:rPr>
              <a:t>발급기관의 온체인 서명을 믿는다.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698480" cy="8000"/>
          </a:xfrm>
          <a:prstGeom prst="rect">
            <a:avLst/>
          </a:prstGeom>
          <a:solidFill>
            <a:srgbClr val="E6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6B7280"/>
                </a:solidFill>
                <a:latin typeface="Pretendard"/>
              </a:rPr>
              <a:t>기존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F4757"/>
                </a:solidFill>
                <a:latin typeface="Pretendard"/>
              </a:rPr>
              <a:t>운영자가 기록을 몰래 수정 가능 →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3F4757"/>
                </a:solidFill>
                <a:latin typeface="Pretendard"/>
              </a:rPr>
              <a:t>검증이 결국 '운영자 신뢰 게임'으로 회귀.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2062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59669"/>
                </a:solidFill>
                <a:latin typeface="Pretendard"/>
              </a:rPr>
              <a:t>블록체인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72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B1220"/>
                </a:solidFill>
                <a:latin typeface="Pretendard"/>
              </a:rPr>
              <a:t>✓  운영자도 못 바꾼다.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0292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B1220"/>
                </a:solidFill>
                <a:latin typeface="Pretendard"/>
              </a:rPr>
              <a:t>✓  Etherscan에서 누구나 독립 검증.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4864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B1220"/>
                </a:solidFill>
                <a:latin typeface="Pretendard"/>
              </a:rPr>
              <a:t>✓  파일 한 글자만 바뀌어도 해시 불일치.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03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4533"/>
            <a:ext cx="10972800" cy="3801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0" b="1" dirty="0">
                <a:solidFill>
                  <a:srgbClr val="0B1220"/>
                </a:solidFill>
                <a:latin typeface="Pretendard"/>
              </a:rPr>
              <a:t>LIVE</a:t>
            </a:r>
          </a:p>
          <a:p>
            <a:pPr algn="l">
              <a:lnSpc>
                <a:spcPct val="95000"/>
              </a:lnSpc>
            </a:pPr>
            <a:r>
              <a:rPr sz="13000" b="1" dirty="0">
                <a:solidFill>
                  <a:srgbClr val="0B1220"/>
                </a:solidFill>
                <a:latin typeface="Pretendard"/>
              </a:rPr>
              <a:t>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6228" y="2926282"/>
            <a:ext cx="10972800" cy="551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dirty="0">
                <a:solidFill>
                  <a:srgbClr val="059669"/>
                </a:solidFill>
                <a:latin typeface="Pretendard"/>
              </a:rPr>
              <a:t>https://</a:t>
            </a:r>
            <a:r>
              <a:rPr sz="3000" b="0" dirty="0" err="1">
                <a:solidFill>
                  <a:srgbClr val="059669"/>
                </a:solidFill>
                <a:latin typeface="Pretendard"/>
              </a:rPr>
              <a:t>proofolio.pages.dev</a:t>
            </a:r>
            <a:endParaRPr sz="3000" b="0" dirty="0">
              <a:solidFill>
                <a:srgbClr val="059669"/>
              </a:solidFill>
              <a:latin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70939" y="3635053"/>
            <a:ext cx="10972800" cy="2557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 err="1">
                <a:solidFill>
                  <a:srgbClr val="6B7280"/>
                </a:solidFill>
                <a:latin typeface="Pretendard"/>
              </a:rPr>
              <a:t>발급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→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검증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→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위변조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감지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04 · ARCHITECTURE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B1220"/>
                </a:solidFill>
                <a:latin typeface="Pretendard"/>
              </a:rPr>
              <a:t>단순한 데모가 아닙니다.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[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발급기관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지갑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]  ─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issueCredential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─▶  [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Proofolio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·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Sepolia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                         │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                         ▼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                [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소울바운드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ERC-721]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                   (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보유자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지갑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                         │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(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지갑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없이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) ◀─ verify(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tokenId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) + keccak256 ─┘</a:t>
            </a:r>
          </a:p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3F4757"/>
                </a:solidFill>
                <a:latin typeface="Menlo"/>
              </a:rPr>
              <a:t>                      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검증자가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직접</a:t>
            </a:r>
            <a:r>
              <a:rPr sz="1200" b="0" dirty="0">
                <a:solidFill>
                  <a:srgbClr val="3F4757"/>
                </a:solidFill>
                <a:latin typeface="Menlo"/>
              </a:rPr>
              <a:t> RPC </a:t>
            </a:r>
            <a:r>
              <a:rPr sz="1200" b="0" dirty="0" err="1">
                <a:solidFill>
                  <a:srgbClr val="3F4757"/>
                </a:solidFill>
                <a:latin typeface="Menlo"/>
              </a:rPr>
              <a:t>호출</a:t>
            </a:r>
            <a:endParaRPr sz="1200" b="0" dirty="0">
              <a:solidFill>
                <a:srgbClr val="3F4757"/>
              </a:solidFill>
              <a:latin typeface="Menl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4892040"/>
            <a:ext cx="10698480" cy="8000"/>
          </a:xfrm>
          <a:prstGeom prst="rect">
            <a:avLst/>
          </a:prstGeom>
          <a:solidFill>
            <a:srgbClr val="E6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0B1220"/>
                </a:solidFill>
                <a:latin typeface="Pretendard"/>
              </a:rPr>
              <a:t>·  ERC-721 + Ownable2Step + </a:t>
            </a:r>
            <a:r>
              <a:rPr sz="1400" b="0" dirty="0" err="1">
                <a:solidFill>
                  <a:srgbClr val="0B1220"/>
                </a:solidFill>
                <a:latin typeface="Pretendard"/>
              </a:rPr>
              <a:t>소울바운드</a:t>
            </a:r>
            <a:r>
              <a:rPr sz="1400" b="0" dirty="0">
                <a:solidFill>
                  <a:srgbClr val="0B1220"/>
                </a:solidFill>
                <a:latin typeface="Pretendard"/>
              </a:rPr>
              <a:t> (_update mint-only)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B1220"/>
                </a:solidFill>
                <a:latin typeface="Pretendard"/>
              </a:rPr>
              <a:t>·  Hardhat 단위 테스트 17개 — 정상·엣지·보안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B1220"/>
                </a:solidFill>
                <a:latin typeface="Pretendard"/>
              </a:rPr>
              <a:t>·  Etherscan ✅ Verified — 누구나 소스코드 확인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B1220"/>
                </a:solidFill>
                <a:latin typeface="Pretendard"/>
              </a:rPr>
              <a:t>·  한계: 발급 사실만 보장. 기관 정당성은 별도 신뢰 앵커.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59669"/>
                </a:solidFill>
                <a:latin typeface="Pretendard"/>
              </a:rPr>
              <a:t>05 · VIBE CODING · 노하우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B1220"/>
                </a:solidFill>
                <a:latin typeface="Pretendard"/>
              </a:rPr>
              <a:t>AI로 어떻게 만들었나.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59669"/>
                </a:solidFill>
                <a:latin typeface="Pretendard"/>
              </a:rPr>
              <a:t>01  문서 먼저, 코드 나중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dirty="0">
                <a:solidFill>
                  <a:srgbClr val="3F4757"/>
                </a:solidFill>
                <a:latin typeface="Pretendard"/>
              </a:rPr>
              <a:t>PRD / SRS 1000줄을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AI와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같이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작성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.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AGENTS.md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로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규칙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3F4757"/>
                </a:solidFill>
                <a:latin typeface="Pretendard"/>
              </a:rPr>
              <a:t>박제</a:t>
            </a:r>
            <a:r>
              <a:rPr sz="1400" b="0" dirty="0">
                <a:solidFill>
                  <a:srgbClr val="3F4757"/>
                </a:solidFill>
                <a:latin typeface="Pretendar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59669"/>
                </a:solidFill>
                <a:latin typeface="Pretendard"/>
              </a:rPr>
              <a:t>02  Phase로 잘게 (10단계)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F4757"/>
                </a:solidFill>
                <a:latin typeface="Pretendard"/>
              </a:rPr>
              <a:t>단계마다 검증·커밋·1줄 회고. 커밋 히스토리가 곧 워크플로 증거.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59669"/>
                </a:solidFill>
                <a:latin typeface="Pretendard"/>
              </a:rPr>
              <a:t>03  AI 코드 ≠ 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F4757"/>
                </a:solidFill>
                <a:latin typeface="Pretendard"/>
              </a:rPr>
              <a:t>Hardhat 테스트 통과해야 신뢰. 실제로 AI deploy 스크립트 버그 잡아냄.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59669"/>
                </a:solidFill>
                <a:latin typeface="Pretendard"/>
              </a:rPr>
              <a:t>04  토큰 분업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F4757"/>
                </a:solidFill>
                <a:latin typeface="Pretendard"/>
              </a:rPr>
              <a:t>기획·디자인·보안 리뷰 = Opus / 반복 구현 = Codex.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972800" cy="2557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 err="1">
                <a:solidFill>
                  <a:srgbClr val="6B7280"/>
                </a:solidFill>
                <a:latin typeface="Pretendard"/>
              </a:rPr>
              <a:t>AI는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</a:t>
            </a:r>
            <a:r>
              <a:rPr lang="ko-KR" altLang="en-US" sz="1400" dirty="0">
                <a:solidFill>
                  <a:srgbClr val="6B7280"/>
                </a:solidFill>
                <a:latin typeface="Pretendard"/>
              </a:rPr>
              <a:t>구현과 재검증을 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,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사람은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기준과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검증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.   </a:t>
            </a:r>
            <a:r>
              <a:rPr sz="1400" b="0" dirty="0" err="1">
                <a:solidFill>
                  <a:srgbClr val="6B7280"/>
                </a:solidFill>
                <a:latin typeface="Pretendard"/>
              </a:rPr>
              <a:t>감사합니다</a:t>
            </a:r>
            <a:r>
              <a:rPr sz="1400" b="0" dirty="0">
                <a:solidFill>
                  <a:srgbClr val="6B7280"/>
                </a:solidFill>
                <a:latin typeface="Pretendar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332</Words>
  <Application>Microsoft Macintosh PowerPoint</Application>
  <PresentationFormat>와이드스크린</PresentationFormat>
  <Paragraphs>52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Pretendard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김근호</cp:lastModifiedBy>
  <cp:revision>2</cp:revision>
  <dcterms:created xsi:type="dcterms:W3CDTF">2013-01-27T09:14:16Z</dcterms:created>
  <dcterms:modified xsi:type="dcterms:W3CDTF">2026-06-01T02:45:24Z</dcterms:modified>
  <cp:category/>
</cp:coreProperties>
</file>