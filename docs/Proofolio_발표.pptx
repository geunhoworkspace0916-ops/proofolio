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PROOFOLIO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0B1220"/>
                </a:solidFill>
                <a:latin typeface="Pretendard"/>
              </a:rPr>
              <a:t>검증 가능한</a:t>
            </a:r>
          </a:p>
          <a:p>
            <a:pPr algn="l">
              <a:lnSpc>
                <a:spcPct val="105000"/>
              </a:lnSpc>
            </a:pPr>
            <a:r>
              <a:rPr sz="6400" b="1">
                <a:solidFill>
                  <a:srgbClr val="0B1220"/>
                </a:solidFill>
                <a:latin typeface="Pretendard"/>
              </a:rPr>
              <a:t>디지털 증명서.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PDF가 아니라 발급기관의 온체인 서명을 믿는다.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Pretendard"/>
              </a:rPr>
              <a:t>이름 · 학번 · 2026.06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59669"/>
                </a:solidFill>
                <a:latin typeface="Pretendard"/>
              </a:rPr>
              <a:t>https://proofolio.pages.dev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0B1220"/>
                </a:solidFill>
                <a:latin typeface="Pretendard"/>
              </a:rPr>
              <a:t>가짜 이력서,</a:t>
            </a:r>
          </a:p>
          <a:p>
            <a:pPr algn="l">
              <a:lnSpc>
                <a:spcPct val="110000"/>
              </a:lnSpc>
            </a:pPr>
            <a:r>
              <a:rPr sz="5200" b="1">
                <a:solidFill>
                  <a:srgbClr val="0B1220"/>
                </a:solidFill>
                <a:latin typeface="Pretendard"/>
              </a:rPr>
              <a:t>위조 수료증.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02336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· 채용 담당자는 제출된 PDF를 그대로 믿거나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· 발급기관에 일일이 전화해서 확인해야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B1220"/>
                </a:solidFill>
                <a:latin typeface="Pretendard"/>
              </a:rPr>
              <a:t>매년 반복되는, 돈이 걸린 진짜 문제.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02 · SOLUTION · WHY BLOCKCHAIN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B1220"/>
                </a:solidFill>
                <a:latin typeface="Pretendard"/>
              </a:rPr>
              <a:t>PDF가 아니라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B1220"/>
                </a:solidFill>
                <a:latin typeface="Pretendard"/>
              </a:rPr>
              <a:t>발급기관의 온체인 서명을 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6B7280"/>
                </a:solidFill>
                <a:latin typeface="Pretendard"/>
              </a:rPr>
              <a:t>기존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F4757"/>
                </a:solidFill>
                <a:latin typeface="Pretendard"/>
              </a:rPr>
              <a:t>운영자가 기록을 몰래 수정 가능 →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F4757"/>
                </a:solidFill>
                <a:latin typeface="Pretendard"/>
              </a:rPr>
              <a:t>검증이 결국 '운영자 신뢰 게임'으로 회귀.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59669"/>
                </a:solidFill>
                <a:latin typeface="Pretendard"/>
              </a:rPr>
              <a:t>블록체인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5720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운영자도 못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0292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Etherscan에서 누구나 독립 검증.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4864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파일 한 글자만 바뀌어도 해시 불일치.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03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0" b="1">
                <a:solidFill>
                  <a:srgbClr val="0B1220"/>
                </a:solidFill>
                <a:latin typeface="Pretendard"/>
              </a:rPr>
              <a:t>LIVE</a:t>
            </a:r>
          </a:p>
          <a:p>
            <a:pPr algn="l">
              <a:lnSpc>
                <a:spcPct val="95000"/>
              </a:lnSpc>
            </a:pPr>
            <a:r>
              <a:rPr sz="16000" b="1">
                <a:solidFill>
                  <a:srgbClr val="0B1220"/>
                </a:solidFill>
                <a:latin typeface="Pretendard"/>
              </a:rPr>
              <a:t>DEMO.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49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059669"/>
                </a:solidFill>
                <a:latin typeface="Pretendard"/>
              </a:rPr>
              <a:t>https://proofolio.pages.dev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7280"/>
                </a:solidFill>
                <a:latin typeface="Pretendard"/>
              </a:rPr>
              <a:t>발급 → 검증 → 위변조 감지 (90초)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04 · ARCHITECTURE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B1220"/>
                </a:solidFill>
                <a:latin typeface="Pretendard"/>
              </a:rPr>
              <a:t>단순한 데모가 아닙니다.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317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[발급기관 지갑]  ─ issueCredential ─▶  [Proofolio · Sepolia]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         │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         ▼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[소울바운드 ERC-721]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   (보유자 지갑)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         │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(지갑 없이) ◀─ verify(tokenId) + keccak256 ─┘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검증자가 직접 RPC 호출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89204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ERC-721 + Ownable2Step + 소울바운드 (_update mint-only)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Hardhat 단위 테스트 17개 — 정상·엣지·보안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Etherscan ✅ Verified — 누구나 소스코드 확인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한계: 발급 사실만 보장. 기관 정당성은 별도 신뢰 앵커.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05 · VIBE CODING · 노하우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B1220"/>
                </a:solidFill>
                <a:latin typeface="Pretendard"/>
              </a:rPr>
              <a:t>AI로 어떻게 만들었나.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01  문서 먼저, 코드 나중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PRD / SRS 1000줄을 AI와 같이 작성. AGENTS.md 로 규칙 박제.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02  Phase로 잘게 (10단계)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단계마다 검증·커밋·1줄 회고. 커밋 히스토리가 곧 워크플로 증거.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03  AI 코드 ≠ 신뢰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Hardhat 테스트 통과해야 신뢰. 실제로 AI deploy 스크립트 버그 잡아냄.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04  토큰 분업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기획·디자인·보안 리뷰 = Opus / 반복 구현 = Codex.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7280"/>
                </a:solidFill>
                <a:latin typeface="Pretendard"/>
              </a:rPr>
              <a:t>AI는 빠른 손, 사람은 기준과 검증.   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